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63" r:id="rId3"/>
    <p:sldId id="257" r:id="rId4"/>
    <p:sldId id="258" r:id="rId5"/>
    <p:sldId id="266" r:id="rId6"/>
    <p:sldId id="268" r:id="rId7"/>
    <p:sldId id="265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BAFBFA7-D99C-48B3-949C-321455B324F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BEDDDFB6-EDB5-402D-8012-908B98D768F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550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BFA7-D99C-48B3-949C-321455B324F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DDFB6-EDB5-402D-8012-908B98D76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63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BFA7-D99C-48B3-949C-321455B324F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DDFB6-EDB5-402D-8012-908B98D768F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1073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BFA7-D99C-48B3-949C-321455B324F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DDFB6-EDB5-402D-8012-908B98D76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174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BFA7-D99C-48B3-949C-321455B324F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DDFB6-EDB5-402D-8012-908B98D76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10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BFA7-D99C-48B3-949C-321455B324F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DDFB6-EDB5-402D-8012-908B98D76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69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BFA7-D99C-48B3-949C-321455B324F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DDFB6-EDB5-402D-8012-908B98D76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35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BFA7-D99C-48B3-949C-321455B324F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DDFB6-EDB5-402D-8012-908B98D76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234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BFA7-D99C-48B3-949C-321455B324F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DDFB6-EDB5-402D-8012-908B98D76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914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BFA7-D99C-48B3-949C-321455B324F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DDFB6-EDB5-402D-8012-908B98D76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820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BFA7-D99C-48B3-949C-321455B324F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DDFB6-EDB5-402D-8012-908B98D76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640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BAFBFA7-D99C-48B3-949C-321455B324F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BEDDDFB6-EDB5-402D-8012-908B98D76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4403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5546" y="183454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Infosys Springboard</a:t>
            </a:r>
            <a:r>
              <a:rPr lang="en-IN" dirty="0"/>
              <a:t/>
            </a:r>
            <a:br>
              <a:rPr lang="en-IN" dirty="0"/>
            </a:br>
            <a:r>
              <a:rPr lang="en-US" dirty="0"/>
              <a:t>Virtual Internship 6.0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Milestone - 2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5545" y="4305422"/>
            <a:ext cx="5360377" cy="1655762"/>
          </a:xfrm>
        </p:spPr>
        <p:txBody>
          <a:bodyPr>
            <a:normAutofit/>
          </a:bodyPr>
          <a:lstStyle/>
          <a:p>
            <a:r>
              <a:rPr lang="en-US" dirty="0" smtClean="0"/>
              <a:t> - By Jampana Rahul Varma</a:t>
            </a:r>
          </a:p>
          <a:p>
            <a:endParaRPr lang="en-US" dirty="0"/>
          </a:p>
          <a:p>
            <a:r>
              <a:rPr lang="en-US" dirty="0" smtClean="0"/>
              <a:t>Instructor – Shakti </a:t>
            </a:r>
            <a:r>
              <a:rPr lang="en-US" dirty="0" err="1" smtClean="0"/>
              <a:t>gopalakrishnan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9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9954" y="1169377"/>
            <a:ext cx="1121019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2">
                    <a:lumMod val="75000"/>
                  </a:schemeClr>
                </a:solidFill>
              </a:rPr>
              <a:t>Problem </a:t>
            </a:r>
            <a:r>
              <a:rPr lang="en-US" sz="5400" dirty="0" smtClean="0">
                <a:solidFill>
                  <a:schemeClr val="bg2">
                    <a:lumMod val="75000"/>
                  </a:schemeClr>
                </a:solidFill>
              </a:rPr>
              <a:t>Statement</a:t>
            </a:r>
          </a:p>
          <a:p>
            <a:pPr algn="ctr"/>
            <a:endParaRPr lang="en-US" sz="5400" dirty="0" smtClean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en-US" sz="3600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Air pollution in major cities like Delhi is rising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People lack awareness of future air quality risks.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Existing </a:t>
            </a:r>
            <a:r>
              <a:rPr lang="en-US" dirty="0"/>
              <a:t>apps show only current AQI, NOT future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 </a:t>
            </a:r>
            <a:r>
              <a:rPr lang="en-US" dirty="0"/>
              <a:t>unified dashboard combining current pollutants, trends, prediction &amp; analytics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15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28393" y="536330"/>
            <a:ext cx="3326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2">
                    <a:lumMod val="75000"/>
                  </a:schemeClr>
                </a:solidFill>
              </a:rPr>
              <a:t>AirAware</a:t>
            </a:r>
            <a:endParaRPr lang="en-IN" sz="5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3046" y="1828801"/>
            <a:ext cx="95748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AirAware is an intelligent air quality monitoring dashboard that analyzes historical pollution levels and predicts future Air Quality Index (AQI) trends for </a:t>
            </a:r>
            <a:r>
              <a:rPr lang="en-US" dirty="0" smtClean="0"/>
              <a:t>Delhi.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system uses PM2.5-based AQI calculations and a lightweight trend-extrapolation algorithm to estimate AQI for the next 1 and 5 </a:t>
            </a:r>
            <a:r>
              <a:rPr lang="en-US" dirty="0" smtClean="0"/>
              <a:t>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provides real-time simulated pollutant values (PM2.5, CO₂, NO₂), visual trend charts, a prediction bar graph, and a color-coded accuracy </a:t>
            </a:r>
            <a:r>
              <a:rPr lang="en-US" dirty="0" err="1" smtClean="0"/>
              <a:t>heatmap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interface is built entirely with HTML, CSS, and JavaScript, featuring a modern gradient UI and optional dark-mode </a:t>
            </a:r>
            <a:r>
              <a:rPr lang="en-US" dirty="0" smtClean="0"/>
              <a:t>toggle.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AirAware </a:t>
            </a:r>
            <a:r>
              <a:rPr lang="en-US" dirty="0"/>
              <a:t>demonstrates how data analytics and predictive modeling can help communities understand pollution patterns and prepare for air-quality challenges.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0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798" y="1169377"/>
            <a:ext cx="11403623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 smtClean="0">
                <a:solidFill>
                  <a:schemeClr val="bg2">
                    <a:lumMod val="75000"/>
                  </a:schemeClr>
                </a:solidFill>
              </a:rPr>
              <a:t>Technologies Used:</a:t>
            </a:r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HTML5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CSS3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Python</a:t>
            </a:r>
            <a:endParaRPr lang="en-IN" dirty="0" smtClean="0"/>
          </a:p>
          <a:p>
            <a:endParaRPr lang="en-US" dirty="0"/>
          </a:p>
          <a:p>
            <a:r>
              <a:rPr lang="en-IN" sz="4000" dirty="0" smtClean="0">
                <a:solidFill>
                  <a:schemeClr val="bg2">
                    <a:lumMod val="75000"/>
                  </a:schemeClr>
                </a:solidFill>
              </a:rPr>
              <a:t>Libraries: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Bootstrap </a:t>
            </a:r>
            <a:r>
              <a:rPr lang="en-IN" dirty="0" smtClean="0"/>
              <a:t>5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Chart.js v4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Scikit</a:t>
            </a:r>
            <a:r>
              <a:rPr lang="en-US" dirty="0" smtClean="0"/>
              <a:t>-learn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Tensorflow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5620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3577" y="1477108"/>
            <a:ext cx="1079695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HTML: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Defines the structure and layout of the AirAware dashboard, including cards, sections, charts, and the </a:t>
            </a:r>
            <a:r>
              <a:rPr lang="en-US" dirty="0" err="1"/>
              <a:t>navbar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CSS: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Styles the UI with gradients, dark mode, spacing, </a:t>
            </a:r>
            <a:r>
              <a:rPr lang="en-US" dirty="0" err="1"/>
              <a:t>heatmap</a:t>
            </a:r>
            <a:r>
              <a:rPr lang="en-US" dirty="0"/>
              <a:t> colors, and visual enhancements for a clean modern interface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JavaScript: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Handles AQI calculation, prediction logic, dynamic updates, theme toggle, </a:t>
            </a:r>
            <a:r>
              <a:rPr lang="en-US" dirty="0" err="1"/>
              <a:t>heatmap</a:t>
            </a:r>
            <a:r>
              <a:rPr lang="en-US" dirty="0"/>
              <a:t> generation, and interacts with charts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Bootstrap: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 responsive grid system, cards, buttons, and </a:t>
            </a:r>
            <a:r>
              <a:rPr lang="en-US" dirty="0" err="1"/>
              <a:t>navbar</a:t>
            </a:r>
            <a:r>
              <a:rPr lang="en-US" dirty="0"/>
              <a:t> components to quickly build a polished and mobile-friendly layout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61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6477" y="1450730"/>
            <a:ext cx="945173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Chart.js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Renders interactive line and bar charts for historical trends and AQI predictions with smooth animations and real-time theme updates.</a:t>
            </a:r>
          </a:p>
          <a:p>
            <a:endParaRPr lang="en-US" dirty="0" smtClean="0"/>
          </a:p>
          <a:p>
            <a:r>
              <a:rPr lang="en-US" b="1" dirty="0" smtClean="0"/>
              <a:t>Python: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Used to train Machine Learning models and Deep Learning models to predict air </a:t>
            </a:r>
            <a:r>
              <a:rPr lang="en-US" dirty="0" smtClean="0"/>
              <a:t>quality, creating the backend for the project and connecting to the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en-US" b="1" dirty="0" err="1" smtClean="0"/>
              <a:t>Scikit</a:t>
            </a:r>
            <a:r>
              <a:rPr lang="en-US" b="1" dirty="0" smtClean="0"/>
              <a:t>-learn: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Used to train machine learning models.</a:t>
            </a:r>
          </a:p>
          <a:p>
            <a:endParaRPr lang="en-US" dirty="0"/>
          </a:p>
          <a:p>
            <a:r>
              <a:rPr lang="en-US" b="1" dirty="0" err="1" smtClean="0"/>
              <a:t>Tensorflow</a:t>
            </a:r>
            <a:r>
              <a:rPr lang="en-US" b="1" dirty="0" smtClean="0"/>
              <a:t>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Used to train LSTM model.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49156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556" y="1661745"/>
            <a:ext cx="1113985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>
                <a:solidFill>
                  <a:schemeClr val="bg2">
                    <a:lumMod val="75000"/>
                  </a:schemeClr>
                </a:solidFill>
              </a:rPr>
              <a:t>Objectives for Milestone 3:</a:t>
            </a:r>
            <a:endParaRPr lang="en-IN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Implement </a:t>
            </a:r>
            <a:r>
              <a:rPr lang="en-IN" dirty="0" smtClean="0"/>
              <a:t>Backend using Python and connect it to frontend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Improve UI responsiveness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Integrate a </a:t>
            </a:r>
            <a:r>
              <a:rPr lang="en-US" dirty="0" err="1" smtClean="0"/>
              <a:t>chatbot</a:t>
            </a:r>
            <a:r>
              <a:rPr lang="en-US" dirty="0" smtClean="0"/>
              <a:t> in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Integrate a weather agent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37692" y="1907931"/>
            <a:ext cx="7728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28337104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67</TotalTime>
  <Words>393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Schoolbook</vt:lpstr>
      <vt:lpstr>Wingdings 2</vt:lpstr>
      <vt:lpstr>View</vt:lpstr>
      <vt:lpstr>Infosys Springboard Virtual Internship 6.0 Milestone - 2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Infosys Springboard Virtual Internship 6.0 Milestone - 1</dc:title>
  <dc:creator>admin</dc:creator>
  <cp:lastModifiedBy>admin</cp:lastModifiedBy>
  <cp:revision>10</cp:revision>
  <dcterms:created xsi:type="dcterms:W3CDTF">2025-11-19T13:59:48Z</dcterms:created>
  <dcterms:modified xsi:type="dcterms:W3CDTF">2025-12-04T14:21:30Z</dcterms:modified>
</cp:coreProperties>
</file>