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57" r:id="rId4"/>
    <p:sldId id="258" r:id="rId5"/>
    <p:sldId id="266" r:id="rId6"/>
    <p:sldId id="262" r:id="rId7"/>
    <p:sldId id="264" r:id="rId8"/>
    <p:sldId id="265" r:id="rId9"/>
    <p:sldId id="26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5394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930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9245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6146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7421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871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1596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607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505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28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6166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2882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0287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5323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83230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3163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2480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AFBFA7-D99C-48B3-949C-321455B324FB}" type="datetimeFigureOut">
              <a:rPr lang="en-IN" smtClean="0"/>
              <a:t>19-11-2025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02192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85546" y="183454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Infosys Springboard</a:t>
            </a:r>
            <a:r>
              <a:rPr lang="en-IN" dirty="0"/>
              <a:t/>
            </a:r>
            <a:br>
              <a:rPr lang="en-IN" dirty="0"/>
            </a:br>
            <a:r>
              <a:rPr lang="en-US" dirty="0"/>
              <a:t>Virtual Internship 6.0</a:t>
            </a:r>
            <a:r>
              <a:rPr lang="en-IN" dirty="0"/>
              <a:t/>
            </a:r>
            <a:br>
              <a:rPr lang="en-IN" dirty="0"/>
            </a:br>
            <a:r>
              <a:rPr lang="en-IN" dirty="0" smtClean="0"/>
              <a:t>Milestone - 1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85546" y="4305422"/>
            <a:ext cx="3631224" cy="1655762"/>
          </a:xfrm>
        </p:spPr>
        <p:txBody>
          <a:bodyPr/>
          <a:lstStyle/>
          <a:p>
            <a:r>
              <a:rPr lang="en-US" dirty="0" smtClean="0"/>
              <a:t> - By Jampana Rahul Varma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96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9954" y="1169377"/>
            <a:ext cx="11210192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chemeClr val="bg2">
                    <a:lumMod val="75000"/>
                  </a:schemeClr>
                </a:solidFill>
              </a:rPr>
              <a:t>Problem </a:t>
            </a:r>
            <a:r>
              <a:rPr lang="en-US" sz="5400" dirty="0" smtClean="0">
                <a:solidFill>
                  <a:schemeClr val="bg2">
                    <a:lumMod val="75000"/>
                  </a:schemeClr>
                </a:solidFill>
              </a:rPr>
              <a:t>Statement</a:t>
            </a:r>
          </a:p>
          <a:p>
            <a:pPr algn="ctr"/>
            <a:endParaRPr lang="en-US" sz="5400" dirty="0" smtClean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en-US" sz="3600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Air pollution in major cities like Delhi is rising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People lack awareness of future air quality risks.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Existing </a:t>
            </a:r>
            <a:r>
              <a:rPr lang="en-US" dirty="0"/>
              <a:t>apps show only current AQI, NOT future predictions.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No </a:t>
            </a:r>
            <a:r>
              <a:rPr lang="en-US" dirty="0"/>
              <a:t>unified dashboard combining current pollutants, trends, prediction &amp; analytics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15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28393" y="536330"/>
            <a:ext cx="3326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bg2">
                    <a:lumMod val="75000"/>
                  </a:schemeClr>
                </a:solidFill>
              </a:rPr>
              <a:t>AirAware</a:t>
            </a:r>
            <a:endParaRPr lang="en-IN" sz="5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33046" y="1828801"/>
            <a:ext cx="957482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AirAware is an intelligent air quality monitoring dashboard that analyzes historical pollution levels and predicts future Air Quality Index (AQI) trends for </a:t>
            </a:r>
            <a:r>
              <a:rPr lang="en-US" dirty="0" smtClean="0"/>
              <a:t>Delhi.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system uses PM2.5-based AQI calculations and a lightweight trend-extrapolation algorithm to estimate AQI for the next 1 and 5 </a:t>
            </a:r>
            <a:r>
              <a:rPr lang="en-US" dirty="0" smtClean="0"/>
              <a:t>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It </a:t>
            </a:r>
            <a:r>
              <a:rPr lang="en-US" dirty="0"/>
              <a:t>provides real-time simulated pollutant values (PM2.5, CO₂, NO₂), visual trend charts, a prediction bar graph, and a color-coded accuracy </a:t>
            </a:r>
            <a:r>
              <a:rPr lang="en-US" dirty="0" err="1" smtClean="0"/>
              <a:t>heatmap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interface is built entirely with HTML, CSS, and JavaScript, featuring a modern gradient UI and optional dark-mode </a:t>
            </a:r>
            <a:r>
              <a:rPr lang="en-US" dirty="0" smtClean="0"/>
              <a:t>toggle.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AirAware </a:t>
            </a:r>
            <a:r>
              <a:rPr lang="en-US" dirty="0"/>
              <a:t>demonstrates how data analytics and predictive modeling can help communities understand pollution patterns and prepare for air-quality challenges.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0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5460" y="1512277"/>
            <a:ext cx="1140362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 smtClean="0">
                <a:solidFill>
                  <a:schemeClr val="bg2">
                    <a:lumMod val="75000"/>
                  </a:schemeClr>
                </a:solidFill>
              </a:rPr>
              <a:t>Technologies Used:</a:t>
            </a:r>
            <a:endParaRPr lang="en-IN" dirty="0"/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HTML5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CSS3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JavaScript</a:t>
            </a:r>
          </a:p>
          <a:p>
            <a:endParaRPr lang="en-US" dirty="0"/>
          </a:p>
          <a:p>
            <a:r>
              <a:rPr lang="en-IN" sz="4000" dirty="0" smtClean="0">
                <a:solidFill>
                  <a:schemeClr val="bg2">
                    <a:lumMod val="75000"/>
                  </a:schemeClr>
                </a:solidFill>
              </a:rPr>
              <a:t>Libraries: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Bootstrap </a:t>
            </a:r>
            <a:r>
              <a:rPr lang="en-IN" dirty="0" smtClean="0"/>
              <a:t>5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Chart.js v4</a:t>
            </a:r>
          </a:p>
        </p:txBody>
      </p:sp>
    </p:spTree>
    <p:extLst>
      <p:ext uri="{BB962C8B-B14F-4D97-AF65-F5344CB8AC3E}">
        <p14:creationId xmlns:p14="http://schemas.microsoft.com/office/powerpoint/2010/main" val="185620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2370" y="668216"/>
            <a:ext cx="10796953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HTML: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Defines the structure and layout of the AirAware dashboard, including cards, sections, charts, and the </a:t>
            </a:r>
            <a:r>
              <a:rPr lang="en-US" dirty="0" err="1"/>
              <a:t>navbar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CSS: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Styles the UI with gradients, dark mode, spacing, </a:t>
            </a:r>
            <a:r>
              <a:rPr lang="en-US" dirty="0" err="1"/>
              <a:t>heatmap</a:t>
            </a:r>
            <a:r>
              <a:rPr lang="en-US" dirty="0"/>
              <a:t> colors, and visual enhancements for a clean modern interface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JavaScript: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AQI calculation, prediction logic, dynamic updates, theme toggle, </a:t>
            </a:r>
            <a:r>
              <a:rPr lang="en-US" dirty="0" err="1"/>
              <a:t>heatmap</a:t>
            </a:r>
            <a:r>
              <a:rPr lang="en-US" dirty="0"/>
              <a:t> generation, and interacts with charts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Bootstrap: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a responsive grid system, cards, buttons, and </a:t>
            </a:r>
            <a:r>
              <a:rPr lang="en-US" dirty="0" err="1"/>
              <a:t>navbar</a:t>
            </a:r>
            <a:r>
              <a:rPr lang="en-US" dirty="0"/>
              <a:t> components to quickly build a polished and mobile-friendly layout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Chart.js: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Renders interactive line and bar charts for historical trends and AQI predictions with smooth animations and real-time theme updates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617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2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796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4786" y="1072661"/>
            <a:ext cx="1113985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 smtClean="0">
                <a:solidFill>
                  <a:schemeClr val="bg2">
                    <a:lumMod val="75000"/>
                  </a:schemeClr>
                </a:solidFill>
              </a:rPr>
              <a:t>Objectives for Milestone 2:</a:t>
            </a:r>
            <a:endParaRPr lang="en-IN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IN" dirty="0"/>
          </a:p>
          <a:p>
            <a:r>
              <a:rPr lang="en-IN" dirty="0"/>
              <a:t>Implement Machine Learning Model</a:t>
            </a:r>
          </a:p>
          <a:p>
            <a:endParaRPr lang="en-IN" dirty="0"/>
          </a:p>
          <a:p>
            <a:r>
              <a:rPr lang="en-IN" dirty="0" smtClean="0"/>
              <a:t>Train </a:t>
            </a:r>
            <a:r>
              <a:rPr lang="en-IN" dirty="0"/>
              <a:t>models using historical Delhi AQI dataset: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Linear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err="1"/>
              <a:t>XGBoost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LSTM</a:t>
            </a:r>
          </a:p>
          <a:p>
            <a:endParaRPr lang="en-IN" dirty="0"/>
          </a:p>
          <a:p>
            <a:r>
              <a:rPr lang="en-IN" dirty="0"/>
              <a:t>Improve prediction accuracy for 1-year and 5-year forecasts.</a:t>
            </a:r>
          </a:p>
        </p:txBody>
      </p:sp>
    </p:spTree>
    <p:extLst>
      <p:ext uri="{BB962C8B-B14F-4D97-AF65-F5344CB8AC3E}">
        <p14:creationId xmlns:p14="http://schemas.microsoft.com/office/powerpoint/2010/main" val="215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72861" y="2461846"/>
            <a:ext cx="7728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 smtClean="0"/>
              <a:t>THANK YOU</a:t>
            </a:r>
            <a:endParaRPr lang="en-IN" sz="9600" dirty="0"/>
          </a:p>
        </p:txBody>
      </p:sp>
    </p:spTree>
    <p:extLst>
      <p:ext uri="{BB962C8B-B14F-4D97-AF65-F5344CB8AC3E}">
        <p14:creationId xmlns:p14="http://schemas.microsoft.com/office/powerpoint/2010/main" val="283371044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55</TotalTime>
  <Words>346</Words>
  <Application>Microsoft Office PowerPoint</Application>
  <PresentationFormat>Widescreen</PresentationFormat>
  <Paragraphs>62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Slice</vt:lpstr>
      <vt:lpstr>Infosys Springboard Virtual Internship 6.0 Milestone - 1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Infosys Springboard Virtual Internship 6.0 Milestone - 1</dc:title>
  <dc:creator>admin</dc:creator>
  <cp:lastModifiedBy>admin</cp:lastModifiedBy>
  <cp:revision>6</cp:revision>
  <dcterms:created xsi:type="dcterms:W3CDTF">2025-11-19T13:59:48Z</dcterms:created>
  <dcterms:modified xsi:type="dcterms:W3CDTF">2025-11-19T15:26:56Z</dcterms:modified>
</cp:coreProperties>
</file>